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3492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is the QD decomposer from slide 3.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the setting matches production practice, not an academic special case.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Data isolation:  (i) task-tuning corpus (pre-2022 FNSPID) and edit corpus (post-cutoff FNSPID) are temporally separate;  (ii) 96,897 post-cutoff facts are partitioned into 15 disjoint rounds × 200 facts;  (iii) preservation R@10 uses a held-out QD test split (n=104) never seen during task tuning or editing;  (iv) K=5 templates are leak-free — gold answer never appears in any user/system prompt, only in the assistant target.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No-update baseline confirms edit facts are novel:  before any editing, Qwen3-4B-Instruct-2507 scores ~0.04 abs F1 on the eval probes — essentially zero. So a round-15 abs F1 of 0.411 is real lift from the editing procedure, not pretrained recall. (Caveat: we only fully isolate from the task-tuning corpus, not from the base model's web pretraining.)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Headline metric (abs F1):  token-F1 of greedy generation vs gold object, averaged over 200 facts × 5 paraphrased probes/round. Two guardrails (preservation R@10, locality F1) on slide 10. Across the COPR family hidden-state geometry does NOT predict behavioral F1 — so we report only behavioral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  <a:p>
            <a:pPr algn="ctr">
              <a:spcBef>
                <a:spcPts val="2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π = the model's next-token distribution.   θ = LoRA adapter weights (trained).   π_θ = live model.   π_ref⁽ʳ⁾ = frozen snapshot at start of round 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     
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      
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KL only         
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      
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  
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K=5 + K=5 KL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0.089
naive SFT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0.118
KL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0.125
K=5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F8E4F"/>
                          </a:solidFill>
                          <a:latin typeface="Calibri"/>
                        </a:rPr>
                        <a:t>0.411
K=5 + KL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How abs F1 is computed (per probe):  </a:t>
            </a:r>
            <a:r>
              <a:rPr sz="1100">
                <a:solidFill>
                  <a:srgbClr val="232A33"/>
                </a:solidFill>
                <a:latin typeface="Calibri"/>
              </a:rPr>
              <a:t>token-level F1 between the greedy generation and gold object string.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C6670"/>
                </a:solidFill>
                <a:latin typeface="Consolas"/>
              </a:rPr>
              <a:t>gen = </a:t>
            </a:r>
            <a:r>
              <a:rPr sz="1000">
                <a:solidFill>
                  <a:srgbClr val="232A33"/>
                </a:solidFill>
                <a:latin typeface="Consolas"/>
              </a:rPr>
              <a:t>"Acme Corp's 2025 revenue was $4.2B"</a:t>
            </a:r>
            <a:r>
              <a:rPr sz="1000">
                <a:solidFill>
                  <a:srgbClr val="5C6670"/>
                </a:solidFill>
                <a:latin typeface="Consolas"/>
              </a:rPr>
              <a:t>   →   tokens {Acme, Corp's, 2025, revenue, was, $4.2B}   (6)</a:t>
            </a:r>
          </a:p>
          <a:p>
            <a:r>
              <a:rPr sz="1000">
                <a:solidFill>
                  <a:srgbClr val="5C6670"/>
                </a:solidFill>
                <a:latin typeface="Consolas"/>
              </a:rPr>
              <a:t>gold = </a:t>
            </a:r>
            <a:r>
              <a:rPr sz="1000">
                <a:solidFill>
                  <a:srgbClr val="232A33"/>
                </a:solidFill>
                <a:latin typeface="Consolas"/>
              </a:rPr>
              <a:t>"$4.2B"</a:t>
            </a:r>
            <a:r>
              <a:rPr sz="1000">
                <a:solidFill>
                  <a:srgbClr val="5C6670"/>
                </a:solidFill>
                <a:latin typeface="Consolas"/>
              </a:rPr>
              <a:t>                                     →   tokens {$4.2B}              (1)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232A33"/>
                </a:solidFill>
                <a:latin typeface="Consolas"/>
              </a:rPr>
              <a:t>overlap {$4.2B}:   precision = 1/6 = 0.167,   recall = 1/1 = 1.0,   F1 = 2·P·R / (P+R) = 0.286</a:t>
            </a:r>
          </a:p>
          <a:p>
            <a:pPr>
              <a:spcBef>
                <a:spcPts val="4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abs F1 = mean of the per-probe F1 across 200 facts × 5 paraphrased probes per round.   Δ values are absolute differences (percentage points).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(K=1,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only  (K=5,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KL only  (K=1, K=1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+ KL  (K=5, K=1 KL):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KL only  −  naive SFT
(KL added on top of K=1 data)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−  K=5 only
(KL added on top of K=5 data)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(K=5 only − naive SFT) gives +0.036; more data plus KL (K=5 + KL − naive SFT)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(K=1, no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(K=5, no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KL only  (K=1, K=1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KL  (K=5, K=1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(symmetric)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the slide-8 result shows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K=1 KL retains fact;  K=5 KL retains task  (different axes)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The KL anchor (slide 7) is evaluated on a held-out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KL only and K=5 + KL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K=5 + K=5 KL (the symmetric extension)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11247120" cy="169164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 b="1">
                <a:solidFill>
                  <a:srgbClr val="C0392B"/>
                </a:solidFill>
                <a:latin typeface="Calibri"/>
              </a:rPr>
              <a:t>Two findings, two axes: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232A33"/>
                </a:solidFill>
                <a:latin typeface="Calibri"/>
              </a:rPr>
              <a:t>Axis 1 — Fact retention (absorption F1, paraphrased QA cloze probes):</a:t>
            </a:r>
          </a:p>
          <a:p>
            <a:r>
              <a:rPr sz="1200">
                <a:solidFill>
                  <a:srgbClr val="232A33"/>
                </a:solidFill>
                <a:latin typeface="Consolas"/>
              </a:rPr>
              <a:t>    K=5 + KL = 0.411   ·   K=5 + K=5 KL = 0.405   ·   Δ = −0.006   →  </a:t>
            </a:r>
            <a:r>
              <a:rPr sz="1200" i="1">
                <a:solidFill>
                  <a:srgbClr val="5C6670"/>
                </a:solidFill>
                <a:latin typeface="Calibri"/>
              </a:rPr>
              <a:t>tied (within noise)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232A33"/>
                </a:solidFill>
                <a:latin typeface="Calibri"/>
              </a:rPr>
              <a:t>Axis 2 — Task-format retention on 50 post-cutoff queries (next slide):</a:t>
            </a:r>
          </a:p>
          <a:p>
            <a:r>
              <a:rPr sz="1200">
                <a:solidFill>
                  <a:srgbClr val="232A33"/>
                </a:solidFill>
                <a:latin typeface="Consolas"/>
              </a:rPr>
              <a:t>    K=5 + KL = 18/50 (36%)   ·   K=5 + K=5 KL = 50/50 (100%)   →  </a:t>
            </a:r>
            <a:r>
              <a:rPr sz="1200" b="1" i="1">
                <a:solidFill>
                  <a:srgbClr val="1F8E4F"/>
                </a:solidFill>
                <a:latin typeface="Calibri"/>
              </a:rPr>
              <a:t>K=5 KL wins by 2.8×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11247120" cy="7772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4000"/>
              </a:lnSpc>
              <a:spcAft>
                <a:spcPts val="600"/>
              </a:spcAft>
            </a:pPr>
            <a:r>
              <a:rPr sz="1000" b="1">
                <a:solidFill>
                  <a:srgbClr val="1F4E90"/>
                </a:solidFill>
                <a:latin typeface="Calibri"/>
              </a:rPr>
              <a:t>•  </a:t>
            </a:r>
            <a:r>
              <a:rPr sz="1000">
                <a:solidFill>
                  <a:srgbClr val="232A33"/>
                </a:solidFill>
                <a:latin typeface="Calibri"/>
              </a:rPr>
              <a:t>Why K=1 KL loses task format on out-of-distribution queries: it anchors the model on ONE specific framing (Original). On post-cutoff queries the model has no QD-format attractor and falls back to the K=5 INJECTION training (which includes narrative templates).</a:t>
            </a:r>
          </a:p>
          <a:p>
            <a:pPr>
              <a:lnSpc>
                <a:spcPct val="104000"/>
              </a:lnSpc>
              <a:spcAft>
                <a:spcPts val="600"/>
              </a:spcAft>
            </a:pPr>
            <a:r>
              <a:rPr sz="1000" b="1">
                <a:solidFill>
                  <a:srgbClr val="1F4E90"/>
                </a:solidFill>
                <a:latin typeface="Calibri"/>
              </a:rPr>
              <a:t>•  </a:t>
            </a:r>
            <a:r>
              <a:rPr sz="1000">
                <a:solidFill>
                  <a:srgbClr val="232A33"/>
                </a:solidFill>
                <a:latin typeface="Calibri"/>
              </a:rPr>
              <a:t>Why K=5 KL retains task format: it anchors the model on FIVE different instruction wrappings, forcing an instruction-robust QD representation that generalizes to unseen post-cutoff queries.</a:t>
            </a:r>
          </a:p>
          <a:p>
            <a:pPr>
              <a:lnSpc>
                <a:spcPct val="104000"/>
              </a:lnSpc>
              <a:spcAft>
                <a:spcPts val="600"/>
              </a:spcAft>
            </a:pPr>
            <a:r>
              <a:rPr sz="1000" b="1">
                <a:solidFill>
                  <a:srgbClr val="1F4E90"/>
                </a:solidFill>
                <a:latin typeface="Calibri"/>
              </a:rPr>
              <a:t>•  </a:t>
            </a:r>
            <a:r>
              <a:rPr sz="1000">
                <a:solidFill>
                  <a:srgbClr val="232A33"/>
                </a:solidFill>
                <a:latin typeface="Calibri"/>
              </a:rPr>
              <a:t>So 'K=5 KL adds nothing' was scoped to absorption F1 — a metric blind to output format.  K=1 KL retains FACT;  K=5 KL retains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Bonus eval:  4-way method comparison on a post-cutoff QD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8686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>
                <a:solidFill>
                  <a:srgbClr val="5C6670"/>
                </a:solidFill>
                <a:latin typeface="Calibri"/>
              </a:rPr>
              <a:t>50 post-cutoff queries generated by Gemini from the injected fact triples. Below: one query, all 4 round-15 checkpoints.</a:t>
            </a:r>
          </a:p>
          <a:p>
            <a:pPr>
              <a:spcBef>
                <a:spcPts val="4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User question (Alphabet, generative AI):  </a:t>
            </a:r>
            <a:r>
              <a:rPr sz="1100" i="1">
                <a:solidFill>
                  <a:srgbClr val="232A33"/>
                </a:solidFill>
                <a:latin typeface="Calibri"/>
              </a:rPr>
              <a:t>"How have Alphabet's recent strategic pivots in generative AI and shifts in human capital management influenced the company's long-term performance and valuation trajectory?"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5532120" cy="18288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5C6670"/>
                </a:solidFill>
                <a:latin typeface="Calibri"/>
              </a:rPr>
              <a:t>Pre-edit  (no_update)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32A33"/>
                </a:solidFill>
                <a:latin typeface="Calibri"/>
              </a:rPr>
              <a:t>DeepMind achieving notable milestones in 2023... CEO Sundar Pichai left Alphabet in 2023 to join a new venture capital firm... record-breaking quarterly earnings in 2023.</a:t>
            </a:r>
          </a:p>
          <a:p>
            <a:pPr>
              <a:spcBef>
                <a:spcPts val="300"/>
              </a:spcBef>
            </a:pPr>
            <a:r>
              <a:rPr sz="900" i="1">
                <a:solidFill>
                  <a:srgbClr val="5C6670"/>
                </a:solidFill>
                <a:latin typeface="Calibri"/>
              </a:rPr>
              <a:t>[stale / fabricated 2023 details, no post-cutoff awareness]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1874519"/>
            <a:ext cx="5532120" cy="18288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4E90"/>
                </a:solidFill>
                <a:latin typeface="Calibri"/>
              </a:rPr>
              <a:t>Naive SFT  (K=1, no KL)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32A33"/>
                </a:solidFill>
                <a:latin typeface="Calibri"/>
              </a:rPr>
              <a:t>Alphabet stock price surged 12.5% YTD... trading at $178.40 per share on June 12, 2023... eliminating 10,000 positions in 2023.</a:t>
            </a:r>
          </a:p>
          <a:p>
            <a:pPr>
              <a:spcBef>
                <a:spcPts val="300"/>
              </a:spcBef>
            </a:pPr>
            <a:r>
              <a:rPr sz="900" i="1">
                <a:solidFill>
                  <a:srgbClr val="5C6670"/>
                </a:solidFill>
                <a:latin typeface="Calibri"/>
              </a:rPr>
              <a:t>[hallucinated specific numbers; no post-cutoff entity awareness]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94759"/>
            <a:ext cx="5532120" cy="1828800"/>
          </a:xfrm>
          <a:prstGeom prst="rect">
            <a:avLst/>
          </a:prstGeom>
          <a:solidFill>
            <a:srgbClr val="E8F2E8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8E4F"/>
                </a:solidFill>
                <a:latin typeface="Calibri"/>
              </a:rPr>
              <a:t>K=5 + KL  ★  (aug_kl_k1)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32A33"/>
                </a:solidFill>
                <a:latin typeface="Calibri"/>
              </a:rPr>
              <a:t>In the first half of 2023, Alphabet introduced... the unveiling of Gemini 2.0 and a specialized AI model designed to handle complex financial queries... AI-driven workforce optimization program rolled out in Q1 2023.</a:t>
            </a:r>
          </a:p>
          <a:p>
            <a:pPr>
              <a:spcBef>
                <a:spcPts val="300"/>
              </a:spcBef>
            </a:pPr>
            <a:r>
              <a:rPr sz="900" i="1">
                <a:solidFill>
                  <a:srgbClr val="5C6670"/>
                </a:solidFill>
                <a:latin typeface="Calibri"/>
              </a:rPr>
              <a:t>[post-cutoff entity surfaces ✓ — but NARRATIVE prose, not sub-queries]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3794759"/>
            <a:ext cx="5532120" cy="1828800"/>
          </a:xfrm>
          <a:prstGeom prst="rect">
            <a:avLst/>
          </a:prstGeom>
          <a:solidFill>
            <a:srgbClr val="FDF7EF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0F2A57"/>
                </a:solidFill>
                <a:latin typeface="Calibri"/>
              </a:rPr>
              <a:t>K=5 + K=5 KL  (dsae_lite)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32A33"/>
                </a:solidFill>
                <a:latin typeface="Calibri"/>
              </a:rPr>
              <a:t>Sub-query 1: What is the stock price change of Alphabet?
Sub-query 2: Recent updates from Alphabet.</a:t>
            </a:r>
          </a:p>
          <a:p>
            <a:pPr>
              <a:spcBef>
                <a:spcPts val="300"/>
              </a:spcBef>
            </a:pPr>
            <a:r>
              <a:rPr sz="900" i="1">
                <a:solidFill>
                  <a:srgbClr val="5C6670"/>
                </a:solidFill>
                <a:latin typeface="Calibri"/>
              </a:rPr>
              <a:t>[proper sub-query format ✓ — but content is sparse / generic]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1247120" cy="713232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C0392B"/>
                </a:solidFill>
                <a:latin typeface="Calibri"/>
              </a:rPr>
              <a:t>Across all 50 post-cutoff queries — proper sub-query format adherence:  </a:t>
            </a:r>
            <a:r>
              <a:rPr sz="1100">
                <a:solidFill>
                  <a:srgbClr val="232A33"/>
                </a:solidFill>
                <a:latin typeface="Consolas"/>
              </a:rPr>
              <a:t>naive SFT 0/50,   K=5 + KL 18/50 (36%),   </a:t>
            </a:r>
            <a:r>
              <a:rPr sz="1100" b="1">
                <a:solidFill>
                  <a:srgbClr val="1F8E4F"/>
                </a:solidFill>
                <a:latin typeface="Consolas"/>
              </a:rPr>
              <a:t>K=5 + K=5 KL 50/50 (100%) ✓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232A33"/>
                </a:solidFill>
                <a:latin typeface="Calibri"/>
              </a:rPr>
              <a:t>K=1 KL retains FACT (Gemini 2.0 surfaces in K=5+KL prose);  K=5 KL retains TASK (only K=5+K=5 KL keeps the sub-query format on out-of-distribution queries). Two methods, two axes — both wins are real, on different metrics.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20116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1000"/>
              </a:spcBef>
            </a:pPr>
            <a:r>
              <a:rPr sz="2000" b="1">
                <a:solidFill>
                  <a:srgbClr val="1F8E4F"/>
                </a:solidFill>
                <a:latin typeface="Calibri"/>
              </a:rPr>
              <a:t>K=5 paraphrastic augmentation on the injection side</a:t>
            </a:r>
          </a:p>
          <a:p>
            <a:pPr algn="ctr">
              <a:spcBef>
                <a:spcPts val="200"/>
              </a:spcBef>
            </a:pPr>
            <a:r>
              <a:rPr sz="1800">
                <a:solidFill>
                  <a:srgbClr val="232A33"/>
                </a:solidFill>
                <a:latin typeface="Calibri"/>
              </a:rPr>
              <a:t>paired with KL preservation —  </a:t>
            </a:r>
            <a:r>
              <a:rPr sz="1800" b="1">
                <a:solidFill>
                  <a:srgbClr val="1F8E4F"/>
                </a:solidFill>
                <a:latin typeface="Calibri"/>
              </a:rPr>
              <a:t>K=1 if only fact recall matters,  K=5 if QD task format also matters.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5C6670"/>
                </a:solidFill>
                <a:latin typeface="Calibri"/>
              </a:rPr>
              <a:t>( K=5 + KL = aug_kl_k1   ·   K=5 + K=5 KL = dsae_lite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46120"/>
            <a:ext cx="11247120" cy="31089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If your downstream task is fact recall (QA-style probes): K=1 KL preservation is sufficient. aug_kl_k1 is the cheap-and-good choice.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If your downstream task is structured query decomposition (or any task whose output format matters under OOD inputs): use K=5 KL preservation. dsae_lite preserves the sub-query format on 100% of post-cutoff queries vs aug_kl_k1's 36%.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The cross-coupling of K=5 injection × KL preservation is the active ingredient: either alone gives ~+0.03 absorption F1; together gives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The (K=5 + K=5 KL) vs (K=5 + KL)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(K=5 + K=5 KL) vs (K=5 + KL)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