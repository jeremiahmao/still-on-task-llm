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Setup: a real industrial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21031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Backbone: Qwen3-4B-Instruct-2507, LoRA-tuned (r=32 / α=64) on FNSPID financial news, pre-2022 cutoff.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Update layer: LoRA r=16 / α=32 on attention Q/K/V/O + MLP up/down/gate.   3 epochs / round.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This setting matches the dominant industrial fine-tuning pattern: LoRA + LoRA is the customer-facing primitive on AWS Bedrock, Together AI, Fireworks, and Vertex AI's open-model garden.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All evaluation is behavioral (token-F1 of greedy generation against gold), not geometric — across the COPR family, hidden-state cosine proximity does not predict cross-format behavioral availability.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46120"/>
            <a:ext cx="11247120" cy="274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 b="1">
                <a:solidFill>
                  <a:srgbClr val="0F2A57"/>
                </a:solidFill>
                <a:latin typeface="Calibri"/>
              </a:rPr>
              <a:t>Continual stream:  15 rounds × 200 disjoint fact triples (3000 facts total)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232A33"/>
                </a:solidFill>
                <a:latin typeface="Consolas"/>
              </a:rPr>
              <a:t>  π_θ⁽⁰⁾   →   round 1   →   π_θ⁽¹⁾   →   round 2   →   π_θ⁽²⁾   →   ...   →   round 15   →   π_θ⁽¹⁵⁾</a:t>
            </a:r>
          </a:p>
          <a:p>
            <a:pPr>
              <a:spcBef>
                <a:spcPts val="200"/>
              </a:spcBef>
            </a:pPr>
            <a:r>
              <a:rPr sz="1000" i="1">
                <a:solidFill>
                  <a:srgbClr val="5C6670"/>
                </a:solidFill>
                <a:latin typeface="Consolas"/>
              </a:rPr>
              <a:t>  task-tuned                                                                       final model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1F4E90"/>
                </a:solidFill>
                <a:latin typeface="Calibri"/>
              </a:rPr>
              <a:t>Each round r:  </a:t>
            </a:r>
            <a:r>
              <a:rPr sz="1300">
                <a:solidFill>
                  <a:srgbClr val="232A33"/>
                </a:solidFill>
                <a:latin typeface="Calibri"/>
              </a:rPr>
              <a:t>(1) snapshot π_θ⁽ʳ⁻¹⁾ as the frozen reference  π_ref⁽ʳ⁾  </a:t>
            </a:r>
            <a:r>
              <a:rPr sz="1100" i="1">
                <a:solidFill>
                  <a:srgbClr val="5C6670"/>
                </a:solidFill>
                <a:latin typeface="Calibri"/>
              </a:rPr>
              <a:t>("frozen" = no gradient, fixed for the round)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32A33"/>
                </a:solidFill>
                <a:latin typeface="Calibri"/>
              </a:rPr>
              <a:t>                       </a:t>
            </a:r>
            <a:r>
              <a:rPr sz="1300">
                <a:solidFill>
                  <a:srgbClr val="232A33"/>
                </a:solidFill>
                <a:latin typeface="Consolas"/>
              </a:rPr>
              <a:t>(2) train on T_r = 200 new fact triples with SFT loss + λ · KL(π_ref⁽ʳ⁾ ‖ π_θ),    λ = 0.1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32A33"/>
                </a:solidFill>
                <a:latin typeface="Calibri"/>
              </a:rPr>
              <a:t>                       </a:t>
            </a:r>
            <a:r>
              <a:rPr sz="1300">
                <a:solidFill>
                  <a:srgbClr val="232A33"/>
                </a:solidFill>
                <a:latin typeface="Calibri"/>
              </a:rPr>
              <a:t>(3) merge update into base, advance to round r+1</a:t>
            </a:r>
          </a:p>
          <a:p>
            <a:pPr>
              <a:spcBef>
                <a:spcPts val="1200"/>
              </a:spcBef>
            </a:pPr>
            <a:r>
              <a:rPr sz="1200" i="1">
                <a:solidFill>
                  <a:srgbClr val="232A33"/>
                </a:solidFill>
                <a:latin typeface="Calibri"/>
              </a:rPr>
              <a:t>The KL anchor regularizes drift WITHIN each round — accumulated drift across rounds is allowed and intended.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Methods Tested: a 2×2 ablation + symmetric extension + COPR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K=5 paraphrastic injection (Allen-Zhu &amp; Li 2023) renders each fact in 5 surface forms (QA, QD, declarative, instruction, narrative).  KL preservation anchors against a per-round frozen reference.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46888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Injection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Vanilla fine-tuning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 — Allen-Zhu replication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Standard 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the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KL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64240" cy="5943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1F4E90"/>
                </a:solidFill>
                <a:latin typeface="Calibri"/>
              </a:rPr>
              <a:t>Notation:  </a:t>
            </a:r>
            <a:r>
              <a:rPr sz="1100">
                <a:solidFill>
                  <a:srgbClr val="232A33"/>
                </a:solidFill>
                <a:latin typeface="Calibri"/>
              </a:rPr>
              <a:t>K = number of paraphrastic surface forms per fact (Allen-Zhu &amp; Li 2023). K=1 → one template (QA only).  K=5 → five templates (QA, QD, declarative, instruction, narrative).  On the preservation side: K = number of instruction framings of the same task prompt (used in (e) only).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Plus the COPR family (preference-style baselines): copr, copr_gold_injection, copr_gold_injection_anchored, copr_anchored.   </a:t>
            </a:r>
            <a:r>
              <a:rPr sz="1200" i="1">
                <a:solidFill>
                  <a:srgbClr val="5C6670"/>
                </a:solidFill>
                <a:latin typeface="Calibri"/>
              </a:rPr>
              <a:t>15 rounds × 200 facts × 2 seeds for new conditions; (c) at 1 seed from prior phases.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0.089
(a)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0.118
(c)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0.125
(b)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8E4F"/>
                          </a:solidFill>
                          <a:latin typeface="Calibri"/>
                        </a:rPr>
                        <a:t>0.411
(d)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i="1">
                <a:solidFill>
                  <a:srgbClr val="5C6670"/>
                </a:solidFill>
                <a:latin typeface="Calibri"/>
              </a:rPr>
              <a:t>Round-15 absorption F1 across the 2×2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(a):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K=1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+ 5× paraphrastic data  (b):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+ KL preservation  (c):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5× data + KL  (d):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(c) − (a):  KL added on top of K=1 data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32A33"/>
                          </a:solidFill>
                          <a:latin typeface="Calibri"/>
                        </a:rPr>
                        <a:t>(d) − (b):  KL added on top of K=5 data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gives +0.036 (b) − (a); more data plus KL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we show in §4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KL preservation is computed against a frozen pre-round reference on the same task prompt   </a:t>
            </a:r>
            <a:r>
              <a:rPr sz="1200" i="1">
                <a:solidFill>
                  <a:srgbClr val="232A33"/>
                </a:solidFill>
                <a:latin typeface="Consolas"/>
              </a:rPr>
              <a:t>"What should I know about Acme Corp's recent activity?"</a:t>
            </a:r>
            <a:r>
              <a:rPr sz="1300">
                <a:solidFill>
                  <a:srgbClr val="232A33"/>
                </a:solidFill>
                <a:latin typeface="Calibri"/>
              </a:rPr>
              <a:t>   — wrapped in 1 framing (K=1) or 5 framings (K=5).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0F2A57"/>
                </a:solidFill>
                <a:latin typeface="Calibri"/>
              </a:rPr>
              <a:t>K=1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conditions (c), (d)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One framing only — the Original QD-decomposer prompt: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Original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10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L_KL^{K=1}  =  KL( π_ref ‖ π_θ )   on the one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63040"/>
            <a:ext cx="5486400" cy="402336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1F8E4F"/>
                </a:solidFill>
                <a:latin typeface="Calibri"/>
              </a:rPr>
              <a:t>K=5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 (e)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Same task prompt wrapped in 5 instruction framings — KL averaged over all five: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Original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[user: ...recent activity?]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Bare  </a:t>
            </a:r>
            <a:r>
              <a:rPr sz="900">
                <a:solidFill>
                  <a:srgbClr val="232A33"/>
                </a:solidFill>
                <a:latin typeface="Consolas"/>
              </a:rPr>
              <a:t>[user: ...recent activity?]   (no system prompt)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Analyst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You are a financial analyst. Answer concisely: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Detailed  </a:t>
            </a:r>
            <a:r>
              <a:rPr sz="900">
                <a:solidFill>
                  <a:srgbClr val="232A33"/>
                </a:solidFill>
                <a:latin typeface="Consolas"/>
              </a:rPr>
              <a:t>[user: Given the following question, provide a detailed response: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Request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Question: ...recent activity?  Please provide your analysis.]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L_KL^{K=5}  =  (1/5) · Σ_k  KL( π_ref(·|G_k) ‖ π_θ(·|G_k)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5486400" cy="91440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C0392B"/>
                </a:solidFill>
                <a:latin typeface="Calibri"/>
              </a:rPr>
              <a:t>(e) − (d)  =  −0.006</a:t>
            </a:r>
          </a:p>
          <a:p>
            <a:pPr algn="ctr">
              <a:spcBef>
                <a:spcPts val="200"/>
              </a:spcBef>
            </a:pPr>
            <a:r>
              <a:rPr sz="1200" i="1">
                <a:solidFill>
                  <a:srgbClr val="232A33"/>
                </a:solidFill>
                <a:latin typeface="Calibri"/>
              </a:rPr>
              <a:t>K=5 on the preservation side adds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Active ingredient is K=5 injection × any KL anchor — not K=5 on both sides.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Caveat: this leans on LoRA's shared low-rank update subspace. At full fine-tuning the symmetric extension may earn its keep — not validated.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aug_kl_k1 — condition (d)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(e) vs (d)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(e) vs (d)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