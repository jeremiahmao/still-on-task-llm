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Setup: a real industrial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Backbone: Qwen3-4B-Instruct-2507, LoRA-tuned (r=32 / α=64) on FNSPID financial news, pre-2022 cutoff.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Update layer: LoRA r=16 / α=32 on attention Q/K/V/O + MLP up/down/gate.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Continual stream: 15 sequential rounds × 200 disjoint fact triples per round (3000 facts total). Round k chains from round k-1's merged model.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This setting matches the dominant industrial fine-tuning pattern: LoRA + LoRA is the customer-facing primitive on AWS Bedrock, Together AI, Fireworks, and Vertex AI's open-model garden (HuggingFace PEFT, QLoRA).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All evaluation is behavioral (token-F1 of greedy generation against gold), not geometric — we found across the COPR family that hidden-state cosine proximity does not predict cross-format behavioral availability.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Tested: a 2×2 ablation + symmetric extension + COPR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K=5 paraphrastic injection (Allen-Zhu &amp; Li 2023) renders each fact in 5 surface forms (QA, QD, declarative, instruction, narrative).  KL preservation anchors against a per-round frozen reference.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46888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Vanilla fine-tuning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 — Allen-Zhu replication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Standard 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the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KL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Notation:  </a:t>
            </a:r>
            <a:r>
              <a:rPr sz="1100">
                <a:solidFill>
                  <a:srgbClr val="232A33"/>
                </a:solidFill>
                <a:latin typeface="Calibri"/>
              </a:rPr>
              <a:t>K = number of paraphrastic surface forms per fact (Allen-Zhu &amp; Li 2023). K=1 → one template (QA only).  K=5 → five templates (QA, QD, declarative, instruction, narrative).  On the preservation side: K = number of instruction framings of the same task prompt (used in (e)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Plus the COPR family (preference-style baselines): copr, copr_gold_injection, copr_gold_injection_anchored, copr_anchored.   </a:t>
            </a:r>
            <a:r>
              <a:rPr sz="1200" i="1">
                <a:solidFill>
                  <a:srgbClr val="5C6670"/>
                </a:solidFill>
                <a:latin typeface="Calibri"/>
              </a:rPr>
              <a:t>15 rounds × 200 facts × 2 seeds for new conditions; (c) at 1 seed from prior phases.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in §4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KL preservation is computed against a frozen pre-round reference on the same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conditions (c), (d)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 (e)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91440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(e) − (d)  =  −0.006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K=5 on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