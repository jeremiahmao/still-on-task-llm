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3492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Data isolation:  (i) task-tuning corpus (pre-2022 FNSPID) and edit corpus (post-cutoff FNSPID) are temporally separate;  (ii) 96,897 post-cutoff facts are partitioned into 15 disjoint rounds × 200 facts;  (iii) preservation R@10 uses a held-out QD test split (n=104) never seen during task tuning or editing;  (iv) K=5 templates are leak-free — gold answer never appears in any user/system prompt, only in the assistant target.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No-update baseline confirms edit facts are novel:  before any editing, Qwen3-4B-Instruct-2507 scores ~0.04 abs F1 on the eval probes — essentially zero. So a round-15 abs F1 of 0.411 is real lift from the editing procedure, not pretrained recall. (Caveat: we only fully isolate from the task-tuning corpus, not from the base model's web pretraining.)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Headline metric (abs F1):  token-F1 of greedy generation vs gold object, averaged over 200 facts × 5 paraphrased probes/round. Two guardrails (preservation R@10, locality F1) on slide 10. Across the COPR family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  <a:p>
            <a:pPr algn="ctr"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π = the model's next-token distribution.   θ = LoRA adapter weights (trained).   π_θ = live model.   π_ref⁽ʳ⁾ = frozen snapshot at start of round 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     
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      
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KL only         
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      
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  
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K=5 + K=5 KL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0.089
naive SFT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0.118
KL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0.125
K=5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F8E4F"/>
                          </a:solidFill>
                          <a:latin typeface="Calibri"/>
                        </a:rPr>
                        <a:t>0.411
K=5 + KL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How abs F1 is computed (per probe):  </a:t>
            </a:r>
            <a:r>
              <a:rPr sz="1100">
                <a:solidFill>
                  <a:srgbClr val="232A33"/>
                </a:solidFill>
                <a:latin typeface="Calibri"/>
              </a:rPr>
              <a:t>token-level F1 between the greedy generation and gold object string.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C6670"/>
                </a:solidFill>
                <a:latin typeface="Consolas"/>
              </a:rPr>
              <a:t>gen = </a:t>
            </a:r>
            <a:r>
              <a:rPr sz="1000">
                <a:solidFill>
                  <a:srgbClr val="232A33"/>
                </a:solidFill>
                <a:latin typeface="Consolas"/>
              </a:rPr>
              <a:t>"Acme Corp's 2025 revenue was $4.2B"</a:t>
            </a:r>
            <a:r>
              <a:rPr sz="1000">
                <a:solidFill>
                  <a:srgbClr val="5C6670"/>
                </a:solidFill>
                <a:latin typeface="Consolas"/>
              </a:rPr>
              <a:t>   →   tokens {Acme, Corp's, 2025, revenue, was, $4.2B}   (6)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gold = </a:t>
            </a:r>
            <a:r>
              <a:rPr sz="1000">
                <a:solidFill>
                  <a:srgbClr val="232A33"/>
                </a:solidFill>
                <a:latin typeface="Consolas"/>
              </a:rPr>
              <a:t>"$4.2B"</a:t>
            </a:r>
            <a:r>
              <a:rPr sz="1000">
                <a:solidFill>
                  <a:srgbClr val="5C6670"/>
                </a:solidFill>
                <a:latin typeface="Consolas"/>
              </a:rPr>
              <a:t>                                     →   tokens {$4.2B}              (1)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232A33"/>
                </a:solidFill>
                <a:latin typeface="Consolas"/>
              </a:rPr>
              <a:t>overlap {$4.2B}:   precision = 1/6 = 0.167,   recall = 1/1 = 1.0,   F1 = 2·P·R / (P+R) = 0.286</a:t>
            </a:r>
          </a:p>
          <a:p>
            <a:pPr>
              <a:spcBef>
                <a:spcPts val="4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abs F1 = mean of the per-probe F1 across 200 facts × 5 paraphrased probes per round.   Δ values are absolute differences (percentage points).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(K=1,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only  (K=5,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KL only  (K=1, K=1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+ KL  (K=5, K=1 KL):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KL only  −  naive SFT
(KL added on top of K=1 data)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−  K=5 only
(KL added on top of K=5 data)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(K=5 only − naive SFT) gives +0.036; more data plus KL (K=5 + KL − naive SFT)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(K=1, no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(K=5, no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KL only  (K=1, K=1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KL  (K=5, K=1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(symmetric)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KL only and K=5 + KL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K=5 + K=5 KL (the symmetric extension)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232A33"/>
                </a:solidFill>
                <a:latin typeface="Calibri"/>
              </a:rPr>
              <a:t>K=5 + K=5 KL   −   K=5 + KL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C0392B"/>
                </a:solidFill>
                <a:latin typeface="Calibri"/>
              </a:rPr>
              <a:t>=   −0.006   at round 15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adding K=5 to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K=5 + KL  =  aug_kl_k1 )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The (K=5 + K=5 KL) vs (K=5 + KL)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(K=5 + K=5 KL) vs (K=5 + KL)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